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Retention Policy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for new hires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Retention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obligations</a:t>
            </a:r>
          </a:p>
          <a:p>
            <a:r>
              <a:t>Storage cost control</a:t>
            </a:r>
          </a:p>
          <a:p>
            <a:r>
              <a:t>Reduced exposure if data is ever breached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Retention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records are retained for 7 years, primarily to support tax and audit compliance.</a:t>
            </a:r>
          </a:p>
          <a:p>
            <a:r>
              <a:t>Employee records are retained for 3 years after termination, primarily to support employment-dispute liability windows.</a:t>
            </a:r>
          </a:p>
          <a:p>
            <a:r>
              <a:t>Customer support tickets are retained for 2 years, primarily to support product-quality trend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automated nightly job purges records past their retention window.</a:t>
            </a:r>
          </a:p>
          <a:p>
            <a:r>
              <a:t>No manual review step -- the schedule is enforced consistently.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